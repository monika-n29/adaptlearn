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1" r:id="rId9"/>
  </p:sldIdLst>
  <p:sldSz cx="18288000" cy="10287000"/>
  <p:notesSz cx="6858000" cy="9144000"/>
  <p:embeddedFontLst>
    <p:embeddedFont>
      <p:font typeface="Libre Franklin Bold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</p:embeddedFont>
    <p:embeddedFont>
      <p:font typeface="Playfair Display Bold" panose="020B0604020202020204" charset="0"/>
      <p:regular r:id="rId13"/>
    </p:embeddedFont>
    <p:embeddedFont>
      <p:font typeface="Source Serif Pro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F4CF53-1631-42FE-BA19-A0A9DE0739A2}" v="9" dt="2025-12-19T07:05:3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1" y="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mmy 20242024" userId="8cb2e37599ae5329" providerId="LiveId" clId="{469017A1-4C30-41F6-9FEE-43867BBD9DEF}"/>
    <pc:docChg chg="custSel modSld">
      <pc:chgData name="dummy 20242024" userId="8cb2e37599ae5329" providerId="LiveId" clId="{469017A1-4C30-41F6-9FEE-43867BBD9DEF}" dt="2025-12-19T07:05:33.999" v="49" actId="14100"/>
      <pc:docMkLst>
        <pc:docMk/>
      </pc:docMkLst>
      <pc:sldChg chg="addSp delSp modSp mod">
        <pc:chgData name="dummy 20242024" userId="8cb2e37599ae5329" providerId="LiveId" clId="{469017A1-4C30-41F6-9FEE-43867BBD9DEF}" dt="2025-12-19T07:05:33.999" v="49" actId="14100"/>
        <pc:sldMkLst>
          <pc:docMk/>
          <pc:sldMk cId="0" sldId="262"/>
        </pc:sldMkLst>
        <pc:spChg chg="mod">
          <ac:chgData name="dummy 20242024" userId="8cb2e37599ae5329" providerId="LiveId" clId="{469017A1-4C30-41F6-9FEE-43867BBD9DEF}" dt="2025-12-19T07:05:01.867" v="40" actId="20577"/>
          <ac:spMkLst>
            <pc:docMk/>
            <pc:sldMk cId="0" sldId="262"/>
            <ac:spMk id="13" creationId="{00000000-0000-0000-0000-000000000000}"/>
          </ac:spMkLst>
        </pc:spChg>
        <pc:picChg chg="mod">
          <ac:chgData name="dummy 20242024" userId="8cb2e37599ae5329" providerId="LiveId" clId="{469017A1-4C30-41F6-9FEE-43867BBD9DEF}" dt="2025-12-19T07:05:27.880" v="47" actId="1076"/>
          <ac:picMkLst>
            <pc:docMk/>
            <pc:sldMk cId="0" sldId="262"/>
            <ac:picMk id="15" creationId="{FBBC9A5C-5B1A-168A-38F7-2E26ED12158B}"/>
          </ac:picMkLst>
        </pc:picChg>
        <pc:picChg chg="del">
          <ac:chgData name="dummy 20242024" userId="8cb2e37599ae5329" providerId="LiveId" clId="{469017A1-4C30-41F6-9FEE-43867BBD9DEF}" dt="2025-12-19T07:04:33.559" v="3" actId="21"/>
          <ac:picMkLst>
            <pc:docMk/>
            <pc:sldMk cId="0" sldId="262"/>
            <ac:picMk id="17" creationId="{AF209AED-E37F-FE85-26A1-F1D3B9F543D8}"/>
          </ac:picMkLst>
        </pc:picChg>
        <pc:picChg chg="add mod">
          <ac:chgData name="dummy 20242024" userId="8cb2e37599ae5329" providerId="LiveId" clId="{469017A1-4C30-41F6-9FEE-43867BBD9DEF}" dt="2025-12-19T07:05:33.999" v="49" actId="14100"/>
          <ac:picMkLst>
            <pc:docMk/>
            <pc:sldMk cId="0" sldId="262"/>
            <ac:picMk id="1026" creationId="{32F86D03-0C66-C90A-FD8E-05705E99F4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7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74" y="3408023"/>
            <a:ext cx="18288000" cy="2917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2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ADAPTLEARN</a:t>
            </a:r>
            <a:r>
              <a:rPr lang="en-US" sz="7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– </a:t>
            </a:r>
          </a:p>
          <a:p>
            <a:pPr algn="ctr">
              <a:lnSpc>
                <a:spcPts val="7300"/>
              </a:lnSpc>
            </a:pPr>
            <a:r>
              <a:rPr lang="en-US" sz="7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PERSONALIZED LEARNING AI AGENT</a:t>
            </a:r>
          </a:p>
          <a:p>
            <a:pPr algn="ctr">
              <a:lnSpc>
                <a:spcPts val="7300"/>
              </a:lnSpc>
            </a:pPr>
            <a:endParaRPr lang="en-US" sz="11000" b="1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89312" y="7526650"/>
            <a:ext cx="1053108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CODE CREW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3162300"/>
            <a:ext cx="18287999" cy="4598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66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</a:p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PERSONALIZED LEARNING AI AGENT</a:t>
            </a:r>
          </a:p>
          <a:p>
            <a:pPr algn="ctr">
              <a:lnSpc>
                <a:spcPts val="7300"/>
              </a:lnSpc>
            </a:pPr>
            <a:endParaRPr lang="en-US" sz="66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OVERVIEW: ADAPT LEARNING PATHS BASED ON STUDENT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343117" y="10798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130" y="1498497"/>
            <a:ext cx="5181600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960388-A0D9-41E0-B1D3-F88C61B1C358}"/>
              </a:ext>
            </a:extLst>
          </p:cNvPr>
          <p:cNvSpPr txBox="1"/>
          <p:nvPr/>
        </p:nvSpPr>
        <p:spPr>
          <a:xfrm>
            <a:off x="838129" y="2560681"/>
            <a:ext cx="17133655" cy="6499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IN" sz="5400" dirty="0">
                <a:solidFill>
                  <a:schemeClr val="bg1"/>
                </a:solidFill>
              </a:rPr>
              <a:t>Personalized learning website</a:t>
            </a:r>
          </a:p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</a:rPr>
              <a:t>Secure login</a:t>
            </a:r>
            <a:r>
              <a:rPr lang="en-US" sz="5400" dirty="0">
                <a:solidFill>
                  <a:schemeClr val="bg1"/>
                </a:solidFill>
              </a:rPr>
              <a:t> to track individual student progress</a:t>
            </a:r>
            <a:endParaRPr lang="en-IN" sz="54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</a:rPr>
              <a:t>Multi-language support:</a:t>
            </a:r>
            <a:r>
              <a:rPr lang="en-US" sz="5400" dirty="0">
                <a:solidFill>
                  <a:schemeClr val="bg1"/>
                </a:solidFill>
              </a:rPr>
              <a:t> Tamil, English, Hindi</a:t>
            </a:r>
          </a:p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</a:rPr>
              <a:t>Topic-wise quiz</a:t>
            </a:r>
            <a:r>
              <a:rPr lang="en-US" sz="5400" dirty="0">
                <a:solidFill>
                  <a:schemeClr val="bg1"/>
                </a:solidFill>
              </a:rPr>
              <a:t> for focused assessment</a:t>
            </a:r>
          </a:p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</a:rPr>
              <a:t>Performance analysis</a:t>
            </a:r>
            <a:r>
              <a:rPr lang="en-US" sz="5400" dirty="0">
                <a:solidFill>
                  <a:schemeClr val="bg1"/>
                </a:solidFill>
              </a:rPr>
              <a:t> highlights strong and weak topics</a:t>
            </a:r>
          </a:p>
          <a:p>
            <a:pPr marL="857250" indent="-85725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chemeClr val="bg1"/>
                </a:solidFill>
              </a:rPr>
              <a:t>AI recommends learning videos and channels</a:t>
            </a:r>
            <a:r>
              <a:rPr lang="en-US" sz="5400" dirty="0">
                <a:solidFill>
                  <a:schemeClr val="bg1"/>
                </a:solidFill>
              </a:rPr>
              <a:t> for weak areas</a:t>
            </a:r>
            <a:endParaRPr lang="en-US" sz="54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348033" y="19818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6182" y="1398809"/>
            <a:ext cx="10515600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INNOVATION &amp; USP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868421-3500-873F-3539-78758BFC5154}"/>
              </a:ext>
            </a:extLst>
          </p:cNvPr>
          <p:cNvSpPr txBox="1"/>
          <p:nvPr/>
        </p:nvSpPr>
        <p:spPr>
          <a:xfrm>
            <a:off x="650140" y="2464901"/>
            <a:ext cx="16579663" cy="738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ea typeface="Montserrat"/>
                <a:cs typeface="Montserrat"/>
                <a:sym typeface="Montserrat"/>
              </a:rPr>
              <a:t>AI - d</a:t>
            </a:r>
            <a:r>
              <a:rPr lang="en-US" sz="4000" dirty="0">
                <a:solidFill>
                  <a:schemeClr val="bg1"/>
                </a:solidFill>
              </a:rPr>
              <a:t>riven adaptation personalizes learning at the topic level</a:t>
            </a:r>
          </a:p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Dynamic difficulty adjustment for quizzes based on student performance</a:t>
            </a:r>
          </a:p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Intelligent recommendations that prioritize weak areas for faster improvement</a:t>
            </a:r>
          </a:p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Supports multi-language learning with culturally relevant resources</a:t>
            </a:r>
          </a:p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Continuous learning loop improves over time using student data</a:t>
            </a:r>
          </a:p>
          <a:p>
            <a:pPr marL="685800" indent="-6858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Combines assessment, analysis, and learning recommendations in one platform</a:t>
            </a:r>
            <a:endParaRPr lang="en-US" sz="40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7200" y="2001602"/>
            <a:ext cx="17221200" cy="87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54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WORKFLOW DIAGRAM WITH TECH STACK</a:t>
            </a:r>
            <a:endParaRPr lang="en-US" sz="54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1C1477-99AC-0BA5-D3CA-39FC776E2C11}"/>
              </a:ext>
            </a:extLst>
          </p:cNvPr>
          <p:cNvSpPr/>
          <p:nvPr/>
        </p:nvSpPr>
        <p:spPr>
          <a:xfrm>
            <a:off x="1000723" y="3395012"/>
            <a:ext cx="2971800" cy="16254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E4351D-D88D-B211-776F-BB8F2A506ECB}"/>
              </a:ext>
            </a:extLst>
          </p:cNvPr>
          <p:cNvCxnSpPr>
            <a:cxnSpLocks/>
          </p:cNvCxnSpPr>
          <p:nvPr/>
        </p:nvCxnSpPr>
        <p:spPr>
          <a:xfrm flipV="1">
            <a:off x="3972523" y="4172701"/>
            <a:ext cx="1447800" cy="26415"/>
          </a:xfrm>
          <a:prstGeom prst="straightConnector1">
            <a:avLst/>
          </a:prstGeom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6761FC-498D-2145-D371-B18BCABB88AB}"/>
              </a:ext>
            </a:extLst>
          </p:cNvPr>
          <p:cNvSpPr/>
          <p:nvPr/>
        </p:nvSpPr>
        <p:spPr>
          <a:xfrm>
            <a:off x="5493399" y="3705930"/>
            <a:ext cx="3165939" cy="11112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USER LOGIN/SIGNUP</a:t>
            </a:r>
            <a:endParaRPr lang="en-IN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0F33CD-587F-8036-54C2-D233DB44DDFF}"/>
              </a:ext>
            </a:extLst>
          </p:cNvPr>
          <p:cNvCxnSpPr>
            <a:stCxn id="24" idx="3"/>
          </p:cNvCxnSpPr>
          <p:nvPr/>
        </p:nvCxnSpPr>
        <p:spPr>
          <a:xfrm>
            <a:off x="8659338" y="4261555"/>
            <a:ext cx="1406061" cy="222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023F713-0EF7-7A7C-2B50-EF3C3D9C3629}"/>
              </a:ext>
            </a:extLst>
          </p:cNvPr>
          <p:cNvSpPr/>
          <p:nvPr/>
        </p:nvSpPr>
        <p:spPr>
          <a:xfrm>
            <a:off x="10065399" y="3619500"/>
            <a:ext cx="2971800" cy="12569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SELECT LANGUAGE: TAMIL|ENGLISH|HINDI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C9D7DBB-B640-A126-89A1-0715465B6834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3037199" y="4247978"/>
            <a:ext cx="1330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B8ABF01-BF35-8617-87A5-6421FB7EA924}"/>
              </a:ext>
            </a:extLst>
          </p:cNvPr>
          <p:cNvSpPr/>
          <p:nvPr/>
        </p:nvSpPr>
        <p:spPr>
          <a:xfrm>
            <a:off x="14374667" y="3579241"/>
            <a:ext cx="3303731" cy="12569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SELECT CLASS: 10</a:t>
            </a:r>
            <a:r>
              <a:rPr lang="en-IN" sz="2000" b="1" baseline="30000" dirty="0"/>
              <a:t>TH</a:t>
            </a:r>
            <a:r>
              <a:rPr lang="en-IN" sz="2000" b="1" dirty="0"/>
              <a:t> OR 12</a:t>
            </a:r>
            <a:r>
              <a:rPr lang="en-IN" sz="2000" b="1" baseline="30000" dirty="0"/>
              <a:t>TH</a:t>
            </a:r>
            <a:endParaRPr lang="en-IN" sz="2000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9102CD-4941-6722-EAC9-9BEA392C1637}"/>
              </a:ext>
            </a:extLst>
          </p:cNvPr>
          <p:cNvCxnSpPr/>
          <p:nvPr/>
        </p:nvCxnSpPr>
        <p:spPr>
          <a:xfrm>
            <a:off x="15977653" y="4817179"/>
            <a:ext cx="0" cy="116452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8A13D54-2DE3-9A32-080D-4FAACB61A936}"/>
              </a:ext>
            </a:extLst>
          </p:cNvPr>
          <p:cNvSpPr/>
          <p:nvPr/>
        </p:nvSpPr>
        <p:spPr>
          <a:xfrm>
            <a:off x="14401986" y="5981700"/>
            <a:ext cx="3657414" cy="143044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SELECT SUBJECT: PHYSICS|CHEMISTRY|BIOLOGY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38BFD2-60C2-C540-CD1A-961F26DCE3AA}"/>
              </a:ext>
            </a:extLst>
          </p:cNvPr>
          <p:cNvCxnSpPr/>
          <p:nvPr/>
        </p:nvCxnSpPr>
        <p:spPr>
          <a:xfrm flipH="1">
            <a:off x="13335000" y="6743700"/>
            <a:ext cx="103233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537C020-FE84-87AC-FF5B-9CA00EB19DF0}"/>
              </a:ext>
            </a:extLst>
          </p:cNvPr>
          <p:cNvSpPr/>
          <p:nvPr/>
        </p:nvSpPr>
        <p:spPr>
          <a:xfrm>
            <a:off x="10287000" y="6104677"/>
            <a:ext cx="3048000" cy="12780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SELECT TOPICS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3956ECC-573D-3A16-AC49-5C531B74DE3E}"/>
              </a:ext>
            </a:extLst>
          </p:cNvPr>
          <p:cNvCxnSpPr/>
          <p:nvPr/>
        </p:nvCxnSpPr>
        <p:spPr>
          <a:xfrm flipH="1">
            <a:off x="9144000" y="6696923"/>
            <a:ext cx="10668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F304BD5-E0FB-D6A7-F506-0C2E0D5707B7}"/>
              </a:ext>
            </a:extLst>
          </p:cNvPr>
          <p:cNvSpPr/>
          <p:nvPr/>
        </p:nvSpPr>
        <p:spPr>
          <a:xfrm>
            <a:off x="6314113" y="6069871"/>
            <a:ext cx="2829887" cy="13476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GENERATE QUIZ AND SUBMIT QUIZ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5E981A1-D1BC-A28A-56CB-0F3E2067E594}"/>
              </a:ext>
            </a:extLst>
          </p:cNvPr>
          <p:cNvCxnSpPr/>
          <p:nvPr/>
        </p:nvCxnSpPr>
        <p:spPr>
          <a:xfrm flipH="1">
            <a:off x="5105400" y="6696923"/>
            <a:ext cx="114300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471A249-EB3A-7431-9852-0B438C2D4D56}"/>
              </a:ext>
            </a:extLst>
          </p:cNvPr>
          <p:cNvSpPr/>
          <p:nvPr/>
        </p:nvSpPr>
        <p:spPr>
          <a:xfrm>
            <a:off x="1056127" y="6104677"/>
            <a:ext cx="4049273" cy="13074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EVAULATE ANSWERS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/>
              <a:t>STRONG TOPICS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b="1" dirty="0"/>
              <a:t>WEAK TOPICS </a:t>
            </a:r>
          </a:p>
          <a:p>
            <a:pPr algn="ctr"/>
            <a:r>
              <a:rPr lang="en-IN" b="1" dirty="0"/>
              <a:t>GENERATED BASED ON THE EVAULATION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B6B407-8B6C-A6BF-D527-4D053C49F514}"/>
              </a:ext>
            </a:extLst>
          </p:cNvPr>
          <p:cNvCxnSpPr/>
          <p:nvPr/>
        </p:nvCxnSpPr>
        <p:spPr>
          <a:xfrm>
            <a:off x="2362200" y="7488347"/>
            <a:ext cx="0" cy="10079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AF881EC-3EE8-3EF9-97E4-F0808F66B070}"/>
              </a:ext>
            </a:extLst>
          </p:cNvPr>
          <p:cNvSpPr/>
          <p:nvPr/>
        </p:nvSpPr>
        <p:spPr>
          <a:xfrm>
            <a:off x="914400" y="8496300"/>
            <a:ext cx="3058119" cy="13074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FOR STRONGER TOPICS, TAKE INFINTE QUIZES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5D5CE3C-224F-089D-78A7-B98D81A0645D}"/>
              </a:ext>
            </a:extLst>
          </p:cNvPr>
          <p:cNvCxnSpPr>
            <a:cxnSpLocks/>
          </p:cNvCxnSpPr>
          <p:nvPr/>
        </p:nvCxnSpPr>
        <p:spPr>
          <a:xfrm>
            <a:off x="4041632" y="9105900"/>
            <a:ext cx="10637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05D566A0-4BE9-1CD4-88A4-D88EA518E9BA}"/>
              </a:ext>
            </a:extLst>
          </p:cNvPr>
          <p:cNvSpPr/>
          <p:nvPr/>
        </p:nvSpPr>
        <p:spPr>
          <a:xfrm>
            <a:off x="5105401" y="8343898"/>
            <a:ext cx="2829888" cy="13476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FOR WEAKER TOPICS, RECOMMEND VIODES AND CHANNELS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56B4AC-0442-D37C-7739-56636730354F}"/>
              </a:ext>
            </a:extLst>
          </p:cNvPr>
          <p:cNvCxnSpPr>
            <a:stCxn id="56" idx="3"/>
          </p:cNvCxnSpPr>
          <p:nvPr/>
        </p:nvCxnSpPr>
        <p:spPr>
          <a:xfrm>
            <a:off x="7935289" y="9017726"/>
            <a:ext cx="1208711" cy="119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AC7B47BC-F438-CA4C-C506-F1006E59FFF4}"/>
              </a:ext>
            </a:extLst>
          </p:cNvPr>
          <p:cNvSpPr/>
          <p:nvPr/>
        </p:nvSpPr>
        <p:spPr>
          <a:xfrm>
            <a:off x="9165000" y="8343898"/>
            <a:ext cx="2590800" cy="134765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238226" y="1559435"/>
            <a:ext cx="6324600" cy="4598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TECH USED</a:t>
            </a:r>
          </a:p>
          <a:p>
            <a:pPr algn="ctr">
              <a:lnSpc>
                <a:spcPts val="7300"/>
              </a:lnSpc>
            </a:pPr>
            <a:endParaRPr lang="en-US" sz="4800" b="1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endParaRPr lang="en-US" sz="4800" b="1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FRONTEND &amp; BACKEND: </a:t>
            </a:r>
          </a:p>
        </p:txBody>
      </p:sp>
      <p:pic>
        <p:nvPicPr>
          <p:cNvPr id="15" name="Picture 14" descr="A group of logos with text">
            <a:extLst>
              <a:ext uri="{FF2B5EF4-FFF2-40B4-BE49-F238E27FC236}">
                <a16:creationId xmlns:a16="http://schemas.microsoft.com/office/drawing/2014/main" id="{FBBC9A5C-5B1A-168A-38F7-2E26ED121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373" y="3505199"/>
            <a:ext cx="6090987" cy="3429000"/>
          </a:xfrm>
          <a:prstGeom prst="rect">
            <a:avLst/>
          </a:prstGeom>
        </p:spPr>
      </p:pic>
      <p:pic>
        <p:nvPicPr>
          <p:cNvPr id="1026" name="Picture 2" descr="TypeScript Tutorials">
            <a:extLst>
              <a:ext uri="{FF2B5EF4-FFF2-40B4-BE49-F238E27FC236}">
                <a16:creationId xmlns:a16="http://schemas.microsoft.com/office/drawing/2014/main" id="{32F86D03-0C66-C90A-FD8E-05705E99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2747" y="3505199"/>
            <a:ext cx="366548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184460"/>
            <a:ext cx="10722228" cy="5534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8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TEAM MEMBERS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 TARIKA S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 T R KIRTHERSHNI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 MONIKA N</a:t>
            </a:r>
          </a:p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 N B APSARA</a:t>
            </a:r>
          </a:p>
          <a:p>
            <a:pPr algn="ctr">
              <a:lnSpc>
                <a:spcPts val="7300"/>
              </a:lnSpc>
            </a:pPr>
            <a:endParaRPr lang="en-US" sz="48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6399" y="3467100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239</Words>
  <Application>Microsoft Office PowerPoint</Application>
  <PresentationFormat>Custom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Arial</vt:lpstr>
      <vt:lpstr>Source Serif Pro Bold</vt:lpstr>
      <vt:lpstr>Playfair Display Bold</vt:lpstr>
      <vt:lpstr>Libre Franklin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dc:creator>Apsara NB</dc:creator>
  <cp:lastModifiedBy>dummy 20242024</cp:lastModifiedBy>
  <cp:revision>4</cp:revision>
  <dcterms:created xsi:type="dcterms:W3CDTF">2006-08-16T00:00:00Z</dcterms:created>
  <dcterms:modified xsi:type="dcterms:W3CDTF">2025-12-19T07:05:40Z</dcterms:modified>
  <dc:identifier>DAG7o8SITjs</dc:identifier>
</cp:coreProperties>
</file>